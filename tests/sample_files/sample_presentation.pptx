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主講人備忘錄：特別提醒保密協定條款。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季度營運業務報告</a:t>
            </a:r>
          </a:p>
          <a:p>
            <a:r>
              <a:t>主題：2026年度 專案預算 與 組織願景。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第二投影片：行動方針與進度追蹤。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